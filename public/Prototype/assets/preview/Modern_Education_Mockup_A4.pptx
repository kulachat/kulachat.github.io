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แผนการสอนนักเรียน</a:t>
            </a:r>
            <a:br/>
            <a:r>
              <a:t>สายอาชีพแห่งอนาคต</a:t>
            </a:r>
          </a:p>
        </p:txBody>
      </p:sp>
      <p:pic>
        <p:nvPicPr>
          <p:cNvPr id="3" name="Picture 2" descr="mockup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400800" cy="3733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804672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Modern Education Mockup • เทคไทบ้าน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จุดประสงค์การเรียนรู้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943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เข้าใจทักษะสายอาชีพยุคดิจิทัล</a:t>
            </a:r>
          </a:p>
          <a:p>
            <a:pPr>
              <a:defRPr sz="2000"/>
            </a:pPr>
            <a:r>
              <a:t>• เรียนรู้การออกแบบสื่อออนไลน์</a:t>
            </a:r>
          </a:p>
          <a:p>
            <a:pPr>
              <a:defRPr sz="2000"/>
            </a:pPr>
            <a:r>
              <a:t>• ฝึกการใช้ AI และเทคโนโลยีสร้างสรรค์</a:t>
            </a:r>
          </a:p>
          <a:p>
            <a:pPr>
              <a:defRPr sz="2000"/>
            </a:pPr>
            <a:r>
              <a:t>• สร้างผลงาน Portfolio เบื้องต้น</a:t>
            </a:r>
          </a:p>
        </p:txBody>
      </p:sp>
      <p:pic>
        <p:nvPicPr>
          <p:cNvPr id="4" name="Picture 3" descr="mocku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0"/>
            <a:ext cx="6217920" cy="3627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ตารางแผนการสอน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554480"/>
          <a:ext cx="6400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533400">
                <a:tc>
                  <a:txBody>
                    <a:bodyPr/>
                    <a:lstStyle/>
                    <a:p>
                      <a:r>
                        <a:t>สัปดาห์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หัวข้อ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กิจกรรม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รู้จักอาชีพดิจิทัล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วิเคราะห์สายอาชีพ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ถ่ายภาพสินค้า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Workshop ภาพถ่าย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ออกแบบคอนเทนต์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สร้างโพสต์โซเชียล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เพื่อการทำงาน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ทดลองใช้ AI Tool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Portfolio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นำเสนอผลงาน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mocku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303520"/>
            <a:ext cx="5852160" cy="3413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ทักษะที่นักเรียนจะได้รับ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✓ Creative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✓ Digital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✓ AI Literacy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✓ Content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✓ Team Collaboration</a:t>
            </a:r>
          </a:p>
        </p:txBody>
      </p:sp>
      <p:pic>
        <p:nvPicPr>
          <p:cNvPr id="8" name="Picture 7" descr="mockup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828800"/>
            <a:ext cx="22860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พื้นที่เรียนรู้แห่งอนาคต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669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พื้นที่เรียนรู้ที่เชื่อมโยงชุมชน การศึกษา และเทคโนโลยี</a:t>
            </a:r>
          </a:p>
          <a:p>
            <a:r>
              <a:t>ผ่านแนวคิดชุมชนปรัชญาประดิษฐ์</a:t>
            </a:r>
          </a:p>
          <a:p/>
          <a:p>
            <a:r>
              <a:t>เพื่อเปิดโอกาสให้เด็กและเยาวชนเข้าถึงทักษะแห่งอนาคตอย่างเท่าเทียม</a:t>
            </a:r>
          </a:p>
        </p:txBody>
      </p:sp>
      <p:pic>
        <p:nvPicPr>
          <p:cNvPr id="4" name="Picture 3" descr="mocku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754880"/>
            <a:ext cx="6035040" cy="3520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